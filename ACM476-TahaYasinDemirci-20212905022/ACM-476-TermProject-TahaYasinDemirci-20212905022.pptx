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3276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Disorder Risk Prediction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2788920"/>
            <a:ext cx="3657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971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 Yasin Demirci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20212905022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465 — Artificial Intelligence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 Hedefi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64008" cy="192024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960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Sorun Tanımı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predict a person's sleep disorder risk level based on their lifestyle, sleep habits, and health data?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68680"/>
            <a:ext cx="64008" cy="19202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960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It Matter?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9601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Önemli?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13258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detection of sleep disorders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health risk assessment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lifestyle insights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clinical decision support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971800"/>
            <a:ext cx="859536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0632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Variable: sleep_disorder_risk  →  Healthy  |  Mild  |  Moderate  |  Severe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Classification  |  Çok sınıflı sınıflandırma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4114800"/>
            <a:ext cx="2560320" cy="86868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1330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74320" y="4480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4114800"/>
            <a:ext cx="2560320" cy="86868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41330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200400" y="4480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4114800"/>
            <a:ext cx="2560320" cy="86868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413308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126480" y="44805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Supervised Classification?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Denetimli Sınıflandırma?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978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🏷️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60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Data Available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21615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Etiketli veri mevcut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record has a known risk level. Supervised learning requires labeled data — and we have 100,000 labeled examples.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9784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🎯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9601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Multi-class Target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21615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sınıflı hedef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937760" y="15087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has 4 discrete classes: Healthy, Mild, Moderate, Severe. This is classification, not regression.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926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Clustering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18211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değil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7200" y="34747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exactly what we want to predict. Unsupervised methods like K-Means cannot optimize for a known label.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83464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✅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29260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Performance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94960" y="3182112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Ölçülebilir başarı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937760" y="347472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classification lets us measure Accuracy, F1, Precision, Recall against true labels.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Seti Genel Bakış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920240" cy="100584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955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12618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Kayıt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23160" y="777240"/>
            <a:ext cx="1920240" cy="100584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7955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23160" y="12618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Değişken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777240"/>
            <a:ext cx="1920240" cy="10058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7955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0" y="12618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Eksik Veri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777240"/>
            <a:ext cx="1920240" cy="1005840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795528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720840" y="1261872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920240"/>
          <a:ext cx="8595360" cy="272491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age, gender, occupation, country, bmi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Demographic information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Metrics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sleep_duration_hrs, sleep_quality_score, rem_percentage, deep_sleep_percentage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sleep measurements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Issues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sleep_latency_mins, wake_episodes_per_night, nap_duration_mins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 disruption indicators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Lifestyle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caffeine, alcohol, screen_time, exercise_day, steps_that_day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habits before bed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stress_score, heart_rate_resting_bpm, mental_health_condition, bmi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&amp; psychological 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sleep_disorder_risk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 | Mild | Moderate | Severe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Keşifsel Veri Analizi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777240"/>
            <a:ext cx="4297680" cy="21488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777240"/>
            <a:ext cx="4297680" cy="214884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3017520"/>
            <a:ext cx="4297680" cy="1920240"/>
          </a:xfrm>
          <a:prstGeom prst="rect">
            <a:avLst/>
          </a:prstGeom>
        </p:spPr>
      </p:pic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3017520"/>
            <a:ext cx="4297680" cy="1920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Ön İşleme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502920" cy="59436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04672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14400" y="804672"/>
            <a:ext cx="7955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84124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Column Removed  |  person_id sütunu kaldırıldı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51560" y="109728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person_id has no predictive value → df.drop('person_id')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55064"/>
            <a:ext cx="502920" cy="59436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55064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14400" y="1655064"/>
            <a:ext cx="7955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1691640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  |  Kategorik encoding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51560" y="194767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 encoded with LabelEncoder (gender, occupation, country, chronotype, mental_health_condition, season, day_type)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505456"/>
            <a:ext cx="502920" cy="59436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05456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14400" y="2505456"/>
            <a:ext cx="7955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542032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and Y Separated  |  X ve Y ayrıldı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279806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→ 30 independent features  |  Y → sleep_disorder_risk (4 classes)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355848"/>
            <a:ext cx="502920" cy="59436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55848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14400" y="3355848"/>
            <a:ext cx="7955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3392424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  80% / 20%  |  Eğitim-test bölme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364845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80,000 training samples  |  20,000 test samples  |  random_state=42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206240"/>
            <a:ext cx="502920" cy="59436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206240"/>
            <a:ext cx="502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14400" y="4206240"/>
            <a:ext cx="79552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4242816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Feature Scaling Applied  |  Ölçeklendirme uygulanmadı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4498848"/>
            <a:ext cx="7680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&amp; Random Forest are tree-based → feature scale does not affect split decisions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Seçimi  |  Supervised Learning → Multi-class Classification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384048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869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 Decision Tree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interpretable tree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Visualizable structure (dt_agac_gorseli.png)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train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overfitting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for comparison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60520" y="22860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029200" y="86868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0" y="868680"/>
            <a:ext cx="3840480" cy="50292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0" y="88696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 Random Forest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66360" y="1463040"/>
            <a:ext cx="347472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100 decision trees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predictions → more stable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to overfitting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predictive power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Decision Tree logic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n_estimators=100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4736592"/>
            <a:ext cx="85953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745736"/>
            <a:ext cx="82296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tree-based models — no feature scaling required  |  İkisi de ağaç tabanlıdır, ölçeklendirme gerekmez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—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Rastgele Orman Sonuçları  |  n_estimators=100  |  max_depth=None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920240" cy="96012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90.29%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2618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04872" y="777240"/>
            <a:ext cx="1920240" cy="960120"/>
          </a:xfrm>
          <a:prstGeom prst="rect">
            <a:avLst/>
          </a:prstGeom>
          <a:solidFill>
            <a:srgbClr val="1A6B5A"/>
          </a:solidFill>
          <a:ln w="12700">
            <a:solidFill>
              <a:srgbClr val="1A6B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04872" y="8046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0.8989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04872" y="12618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Kesinlik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81144" y="777240"/>
            <a:ext cx="1920240" cy="960120"/>
          </a:xfrm>
          <a:prstGeom prst="rect">
            <a:avLst/>
          </a:prstGeom>
          <a:solidFill>
            <a:srgbClr val="7B3F8C"/>
          </a:solidFill>
          <a:ln w="12700">
            <a:solidFill>
              <a:srgbClr val="7B3F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8046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0.9029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81144" y="12618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Duyarlılık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57416" y="777240"/>
            <a:ext cx="1920240" cy="9601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57416" y="8046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0.8996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57416" y="12618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Skoru</a:t>
            </a:r>
            <a:endParaRPr lang="en-US" sz="9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74520"/>
            <a:ext cx="4023360" cy="3108960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874520"/>
            <a:ext cx="448056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—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Ağacı Sonuçları  |  max_depth=5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777240"/>
            <a:ext cx="1920240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8046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78.93%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28600" y="12618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Doğruluk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04872" y="777240"/>
            <a:ext cx="1920240" cy="9601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04872" y="8046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0.7795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04872" y="12618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Kesinlik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81144" y="777240"/>
            <a:ext cx="1920240" cy="9601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8046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0.7893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81144" y="12618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Duyarlılık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57416" y="777240"/>
            <a:ext cx="1920240" cy="96012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57416" y="804672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0.7822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57416" y="1261872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Skoru</a:t>
            </a:r>
            <a:endParaRPr lang="en-US" sz="9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874520"/>
            <a:ext cx="4023360" cy="3108960"/>
          </a:xfrm>
          <a:prstGeom prst="rect">
            <a:avLst/>
          </a:prstGeom>
        </p:spPr>
      </p:pic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874520"/>
            <a:ext cx="448056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— Visual Structure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Karar Ağacı Görsel Yapısı  |  max_depth=3 (görsel için)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"/>
            <a:ext cx="8961120" cy="4206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split: sleep_quality_score ≤ 4.85  |  En güçlü ayırıcı değişken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Karşılaştırması — 4 Metrics  |  4 Metrik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0" y="777240"/>
            <a:ext cx="5303520" cy="320040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4023360"/>
            <a:ext cx="8778240" cy="96012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6809499"/>
              </p:ext>
            </p:extLst>
          </p:nvPr>
        </p:nvGraphicFramePr>
        <p:xfrm>
          <a:off x="5378450" y="777240"/>
          <a:ext cx="3794760" cy="265176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7E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F8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%78.93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%90.29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🏆 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0.8989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🏆 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0.7893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0.9029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🏆 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0.7822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0.8996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🏆 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0" y="914400"/>
            <a:ext cx="4572000" cy="594360"/>
          </a:xfrm>
          <a:prstGeom prst="rect">
            <a:avLst/>
          </a:prstGeom>
          <a:solidFill>
            <a:srgbClr val="2A3F8F"/>
          </a:solidFill>
          <a:ln w="12700">
            <a:solidFill>
              <a:srgbClr val="2A3F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9144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Winner: Random Forest  —  90.29% Accuracy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709928"/>
            <a:ext cx="54864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824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on all 4 metrics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98424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90.29%  |  F1 0.8996  |  Precision 0.8989  |  Recall 0.9029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514600"/>
            <a:ext cx="54864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487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feature importance  |  Dengeli değişken ağırlığı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2788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sleep_quality_score, cognitive_performance_score, mental_health_condition are top predictors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319272"/>
            <a:ext cx="54864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291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to overfitting  |  Overfite dayanıklı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59359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Averaging 100 trees eliminates the instability of a single decision tree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123944"/>
            <a:ext cx="54864" cy="45720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0965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|  Temel bulgu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39826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sleep_quality_score is the strongest predictor of sleep disorder risk across both models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Taha Yasin Demirci  |  20212905022  |  ACM 465 Artificial Intelligence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708</Words>
  <Application>Microsoft Office PowerPoint</Application>
  <PresentationFormat>Ekran Gösterisi (16:9)</PresentationFormat>
  <Paragraphs>192</Paragraphs>
  <Slides>12</Slides>
  <Notes>12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Sleep Disorder Risk Prediction</dc:title>
  <dc:subject>PptxGenJS Presentation</dc:subject>
  <dc:creator>Taha Yasin Demirci</dc:creator>
  <cp:lastModifiedBy>TahaYasin</cp:lastModifiedBy>
  <cp:revision>2</cp:revision>
  <dcterms:created xsi:type="dcterms:W3CDTF">2026-05-19T21:37:06Z</dcterms:created>
  <dcterms:modified xsi:type="dcterms:W3CDTF">2026-05-19T21:41:06Z</dcterms:modified>
</cp:coreProperties>
</file>